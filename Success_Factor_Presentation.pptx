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Factor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Portal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73152"/>
          </a:xfrm>
          <a:prstGeom prst="rect">
            <a:avLst/>
          </a:prstGeom>
          <a:solidFill>
            <a:srgbClr val="F9B23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Deserving students cannot afford higher education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Complex, fragmented scholarship applications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transparency in the selection process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bridge between students and sponsors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Everyone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students with sponsors and businesses to provide transparent, accessible, and life-changing scholarship opportunities.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840480" cy="1554480"/>
          </a:xfrm>
          <a:prstGeom prst="rect">
            <a:avLst/>
          </a:prstGeom>
          <a:solidFill>
            <a:srgbClr val="2C2C8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applications online with ease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840480" cy="1554480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508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application status anytime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840480" cy="1554480"/>
          </a:xfrm>
          <a:prstGeom prst="rect">
            <a:avLst/>
          </a:prstGeom>
          <a:solidFill>
            <a:srgbClr val="2C2C8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assistance writing your application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840480" cy="1554480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3749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for reviewing apps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HTML/CSS/JS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37760" y="1280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645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(Realtime)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(Llama 3.1)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Functions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solidFill>
            <a:srgbClr val="2C2C8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(Trust)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(Action)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09728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Clean, minimalist layout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Mobile-first responsive design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Accessibility-focused (WCAG)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loading (zero build step)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2C2C8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&amp; submit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1920240"/>
            <a:ext cx="365760" cy="320040"/>
          </a:xfrm>
          <a:prstGeom prst="rightArrow">
            <a:avLst/>
          </a:prstGeom>
          <a:solidFill>
            <a:srgbClr val="F9B233"/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645920"/>
            <a:ext cx="640080" cy="640080"/>
          </a:xfrm>
          <a:prstGeom prst="ellipse">
            <a:avLst/>
          </a:prstGeom>
          <a:solidFill>
            <a:srgbClr val="F9B233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24688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834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info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920240"/>
            <a:ext cx="365760" cy="320040"/>
          </a:xfrm>
          <a:prstGeom prst="rightArrow">
            <a:avLst/>
          </a:prstGeom>
          <a:solidFill>
            <a:srgbClr val="F9B233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645920"/>
            <a:ext cx="640080" cy="640080"/>
          </a:xfrm>
          <a:prstGeom prst="ellipse">
            <a:avLst/>
          </a:prstGeom>
          <a:solidFill>
            <a:srgbClr val="2C2C85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0" y="24688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834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sponsors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1920240"/>
            <a:ext cx="365760" cy="320040"/>
          </a:xfrm>
          <a:prstGeom prst="rightArrow">
            <a:avLst/>
          </a:prstGeom>
          <a:solidFill>
            <a:srgbClr val="F9B233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0" y="1645920"/>
            <a:ext cx="640080" cy="640080"/>
          </a:xfrm>
          <a:prstGeom prst="ellipse">
            <a:avLst/>
          </a:prstGeom>
          <a:solidFill>
            <a:srgbClr val="F9B233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24688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2834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admission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it in action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219456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Application form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Status lookup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chat assistant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Admin dashboard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starts (Cloudflare edge)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9748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69748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chats/day limit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632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9516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2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99516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6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2C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Apply?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sahulatafamilytrust.pages.dev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73152"/>
          </a:xfrm>
          <a:prstGeom prst="rect">
            <a:avLst/>
          </a:prstGeom>
          <a:solidFill>
            <a:srgbClr val="F9B23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2026-07-21T06:52:34Z</dcterms:created>
  <dcterms:modified xsi:type="dcterms:W3CDTF">2026-07-21T06:52:34Z</dcterms:modified>
</cp:coreProperties>
</file>